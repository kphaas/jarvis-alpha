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2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AI has three problems.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15181F"/>
          </a:solidFill>
          <a:ln w="12700">
            <a:solidFill>
              <a:srgbClr val="262C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forgets you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session starts from zero. No memory, no context.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82880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15181F"/>
          </a:solidFill>
          <a:ln w="12700">
            <a:solidFill>
              <a:srgbClr val="262C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2044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isn't yours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20440" y="32918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runs on someone else's servers, on their terms.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82880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15181F"/>
          </a:solidFill>
          <a:ln w="12700">
            <a:solidFill>
              <a:srgbClr val="262C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26364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the product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3640" y="32918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life becomes their training data.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AT0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2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 assistant for tasks.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2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for your life.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2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AT0 (“Auto”) is a private, always-on personal AI. It runs the real domains of your life — family, finances, health, fabrication, and code — from a single beacon. Memory that never resets. Autonomy you control. On your own hardware. Nothing sold, shared, or sent to the cloud.</a:t>
            </a:r>
            <a:endParaRPr lang="en-US" sz="1700" dirty="0"/>
          </a:p>
        </p:txBody>
      </p:sp>
      <p:pic>
        <p:nvPicPr>
          <p:cNvPr id="5" name="Image 0" descr="/home/claude/deck/assets/bea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463040"/>
            <a:ext cx="265176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DIFFERENT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2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that matter.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15181F"/>
          </a:solidFill>
          <a:ln w="12700">
            <a:solidFill>
              <a:srgbClr val="262C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256032" cy="256032"/>
          </a:xfrm>
          <a:prstGeom prst="ellipse">
            <a:avLst/>
          </a:prstGeom>
          <a:solidFill>
            <a:srgbClr val="F2B65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by design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your hardware. Nothing sold, shared, or sent to the cloud.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82880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15181F"/>
          </a:solidFill>
          <a:ln w="12700">
            <a:solidFill>
              <a:srgbClr val="262C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2057400"/>
            <a:ext cx="256032" cy="256032"/>
          </a:xfrm>
          <a:prstGeom prst="ellipse">
            <a:avLst/>
          </a:prstGeom>
          <a:solidFill>
            <a:srgbClr val="F2B65A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24688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that never resets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20440" y="324612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Continuity across every conversation and every domain.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82880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15181F"/>
          </a:solidFill>
          <a:ln w="12700">
            <a:solidFill>
              <a:srgbClr val="262C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2057400"/>
            <a:ext cx="256032" cy="256032"/>
          </a:xfrm>
          <a:prstGeom prst="ellipse">
            <a:avLst/>
          </a:prstGeom>
          <a:solidFill>
            <a:srgbClr val="F2B65A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4688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you control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3640" y="324612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acts on your behalf — only inside guardrails you can see.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how your mind works.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2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dyslexic. I build with AI the way my mind works — structure over walls of text, choices over paragraphs. For neurodivergent thinkers, prompting isn't a workaround. It's the </a:t>
            </a:r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2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AT0 is built on that: AI should meet your mind where it already is.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BEACON, EVERY DOMAIN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2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whole life — in one system.</a:t>
            </a:r>
            <a:endParaRPr lang="en-US" sz="3000" dirty="0"/>
          </a:p>
        </p:txBody>
      </p:sp>
      <p:pic>
        <p:nvPicPr>
          <p:cNvPr id="4" name="Image 0" descr="/home/claude/deck/assets/system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8064" y="1417320"/>
            <a:ext cx="356616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2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AT0 vs cloud assistants.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834640"/>
                <a:gridCol w="28346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A8F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assistant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2B6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2EFE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it runs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8A8F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Their servers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2B6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own hardware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2EFE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data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8A8F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Theirs to keep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2B6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Yours — never leaves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2EFE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8A8F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Resets each session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2B6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Never resets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2EFE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Autonomy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8A8F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/ locked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2B6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Yours, guardrailed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2EFE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8A8F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chat box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2B6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Family · money · health · code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IT'S GOING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2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building it in public.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15181F"/>
          </a:solidFill>
          <a:ln w="12700">
            <a:solidFill>
              <a:srgbClr val="F2B6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journey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34440" y="22128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the wins, the architecture calls, the dead ends.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15181F"/>
          </a:solidFill>
          <a:ln w="12700">
            <a:solidFill>
              <a:srgbClr val="F2B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788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builders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34440" y="31729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AI, self-hosting, tools for neurodivergent minds.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15181F"/>
          </a:solidFill>
          <a:ln w="12700">
            <a:solidFill>
              <a:srgbClr val="F2B6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access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34440" y="413308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in waves — real users shape what ships next.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ea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64008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whole life, on Auto.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early access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400" kern="0" dirty="0">
                <a:solidFill>
                  <a:srgbClr val="F2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AT-0.COM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AT0 — Pitch</dc:title>
  <dc:subject>PptxGenJS Presentation</dc:subject>
  <dc:creator>Ken Haas</dc:creator>
  <cp:lastModifiedBy>Ken Haas</cp:lastModifiedBy>
  <cp:revision>1</cp:revision>
  <dcterms:created xsi:type="dcterms:W3CDTF">2026-06-03T00:55:05Z</dcterms:created>
  <dcterms:modified xsi:type="dcterms:W3CDTF">2026-06-03T00:55:05Z</dcterms:modified>
</cp:coreProperties>
</file>